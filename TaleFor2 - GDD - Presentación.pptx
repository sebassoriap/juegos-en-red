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11fe7e7c0daa7e3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11fe7e7c0daa7e3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11fe7e7c0daa7e3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11fe7e7c0daa7e3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11fe7e7c0daa7e3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11fe7e7c0daa7e3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11fe7e7c0daa7e3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h11fe7e7c0daa7e3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tf2_story_20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tf2_story_2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11fe7e7c0daa7e3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h11fe7e7c0daa7e3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gif"/><Relationship Id="rId4" Type="http://schemas.openxmlformats.org/officeDocument/2006/relationships/image" Target="../media/image5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TaleFor2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Juegos en Red - Fase 1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0" y="4753500"/>
            <a:ext cx="4605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2"/>
                </a:solidFill>
              </a:rPr>
              <a:t>Benjamín Agüera, Marcos Varona, Sebastián Soria</a:t>
            </a:r>
            <a:endParaRPr sz="13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juego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Undertale</a:t>
            </a:r>
            <a:r>
              <a:rPr lang="es" sz="1500"/>
              <a:t> para 2 jugadores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Jugo cooperativo de supervivencia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120 segundos para sobrevivir</a:t>
            </a:r>
            <a:endParaRPr sz="1500"/>
          </a:p>
        </p:txBody>
      </p:sp>
      <p:pic>
        <p:nvPicPr>
          <p:cNvPr id="63" name="Google Shape;63;p14" title="mad-undertale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0650" y="1332775"/>
            <a:ext cx="4001650" cy="30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 title="840PLo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975" y="2700725"/>
            <a:ext cx="38100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Mecánicas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Movimiento libre dentro de una caja.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Jugador 1: WASD  ·  Jugador 2: flechas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Se comparten 20 puntos de salud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●"/>
            </a:pPr>
            <a:r>
              <a:rPr lang="es" sz="2000"/>
              <a:t>Cada 40 segundos, obstáculos más rápidos</a:t>
            </a:r>
            <a:endParaRPr sz="2000"/>
          </a:p>
        </p:txBody>
      </p:sp>
      <p:pic>
        <p:nvPicPr>
          <p:cNvPr id="71" name="Google Shape;71;p15" title="game-interface-video-game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150" y="1175950"/>
            <a:ext cx="3722150" cy="27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Efectos de los Obstáculos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s" sz="2000">
                <a:solidFill>
                  <a:schemeClr val="dk1"/>
                </a:solidFill>
              </a:rPr>
              <a:t>Blanco</a:t>
            </a:r>
            <a:r>
              <a:rPr lang="es" sz="2000"/>
              <a:t>: perder 1 punto de salud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s" sz="2000">
                <a:solidFill>
                  <a:srgbClr val="00FF00"/>
                </a:solidFill>
              </a:rPr>
              <a:t>Verde</a:t>
            </a:r>
            <a:r>
              <a:rPr lang="es" sz="2000"/>
              <a:t>: recuperar 1 punto de salud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s" sz="2000">
                <a:solidFill>
                  <a:srgbClr val="0000FF"/>
                </a:solidFill>
              </a:rPr>
              <a:t>Azul</a:t>
            </a:r>
            <a:r>
              <a:rPr lang="es" sz="2000"/>
              <a:t>: ralentizar al jugador por 3 segundos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s" sz="2000">
                <a:solidFill>
                  <a:srgbClr val="FF9900"/>
                </a:solidFill>
              </a:rPr>
              <a:t>Naranja</a:t>
            </a:r>
            <a:r>
              <a:rPr lang="es" sz="2000"/>
              <a:t>: ralentizar al otro jugador por 3 segundos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s" sz="2000">
                <a:solidFill>
                  <a:srgbClr val="FF0000"/>
                </a:solidFill>
              </a:rPr>
              <a:t>Rojo</a:t>
            </a:r>
            <a:r>
              <a:rPr lang="es" sz="2000"/>
              <a:t>: perder </a:t>
            </a:r>
            <a:r>
              <a:rPr b="1" lang="es" sz="2000"/>
              <a:t>2 </a:t>
            </a:r>
            <a:r>
              <a:rPr lang="es" sz="2000"/>
              <a:t>puntos de salud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78" name="Google Shape;78;p16" title="undertale-7-human-souls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6575" y="998349"/>
            <a:ext cx="4195725" cy="314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563550" y="270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20"/>
              <a:t>Diseño visual</a:t>
            </a:r>
            <a:endParaRPr sz="2520"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87700" y="9200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Dos corazones: magenta y cian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Arena rectangular con cámara fija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Estética pixel-art y contrastes sobre fondo oscuro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Sprites diseñados con Aseprite</a:t>
            </a:r>
            <a:endParaRPr/>
          </a:p>
        </p:txBody>
      </p:sp>
      <p:pic>
        <p:nvPicPr>
          <p:cNvPr id="85" name="Google Shape;85;p17" title="aren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4825" y="2382875"/>
            <a:ext cx="4425650" cy="248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 title="player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3225" y="3377975"/>
            <a:ext cx="791614" cy="791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 title="player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05185" y="3377975"/>
            <a:ext cx="791614" cy="791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/>
        </p:nvSpPr>
        <p:spPr>
          <a:xfrm>
            <a:off x="317500" y="431800"/>
            <a:ext cx="81279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dk1"/>
                </a:solidFill>
              </a:rPr>
              <a:t>Historia y objetivo</a:t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406400" y="1356325"/>
            <a:ext cx="47952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</a:rPr>
              <a:t>Un hechicero atrapa a dos héroes en una arena de trampas.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</a:rPr>
              <a:t>Ambos deben cooperar para conseguir escapar.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Victoria: </a:t>
            </a:r>
            <a:r>
              <a:rPr lang="es" sz="1900">
                <a:solidFill>
                  <a:schemeClr val="dk1"/>
                </a:solidFill>
              </a:rPr>
              <a:t>sobrevivir durante 120 segundos.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Derrota:</a:t>
            </a:r>
            <a:r>
              <a:rPr lang="es" sz="1900">
                <a:solidFill>
                  <a:schemeClr val="dk1"/>
                </a:solidFill>
              </a:rPr>
              <a:t> perder los 20 puntos de salud compartidos.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</a:rPr>
              <a:t>Al finalizar, pueden volver a jugar o regresar al menú.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1300" y="427425"/>
            <a:ext cx="3051225" cy="428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20"/>
              <a:t>¿Preguntas?</a:t>
            </a:r>
            <a:endParaRPr sz="25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20"/>
              <a:t>TaleFor2 · Grupo D</a:t>
            </a:r>
            <a:endParaRPr sz="2520"/>
          </a:p>
        </p:txBody>
      </p:sp>
      <p:pic>
        <p:nvPicPr>
          <p:cNvPr id="100" name="Google Shape;100;p19" title="images (9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1513" y="934400"/>
            <a:ext cx="3820975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sans-underta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1525" y="1836575"/>
            <a:ext cx="1633475" cy="201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